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4" r:id="rId2"/>
    <p:sldId id="257" r:id="rId3"/>
    <p:sldId id="258" r:id="rId4"/>
    <p:sldId id="262" r:id="rId5"/>
    <p:sldId id="282" r:id="rId6"/>
    <p:sldId id="283" r:id="rId7"/>
    <p:sldId id="279" r:id="rId8"/>
    <p:sldId id="280" r:id="rId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906" y="-77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02994" y="160096"/>
            <a:ext cx="8260080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6693" y="-13004"/>
            <a:ext cx="10253980" cy="13282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244" y="1804797"/>
            <a:ext cx="10365105" cy="404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253980" cy="738664"/>
          </a:xfrm>
        </p:spPr>
        <p:txBody>
          <a:bodyPr/>
          <a:lstStyle/>
          <a:p>
            <a:r>
              <a:rPr lang="en-US" sz="4800" b="1" u="sng" dirty="0" smtClean="0">
                <a:solidFill>
                  <a:srgbClr val="FF0000"/>
                </a:solidFill>
              </a:rPr>
              <a:t>AMAZON :- SALES ANALYSIS</a:t>
            </a:r>
            <a:endParaRPr lang="en-IN" sz="4800" b="1" u="sng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43200"/>
            <a:ext cx="10365105" cy="492443"/>
          </a:xfrm>
        </p:spPr>
        <p:txBody>
          <a:bodyPr/>
          <a:lstStyle/>
          <a:p>
            <a:r>
              <a:rPr lang="en-US" sz="3200" b="1" u="sng" dirty="0" smtClean="0"/>
              <a:t>KEY SKILLS USED :- SQL</a:t>
            </a:r>
            <a:endParaRPr lang="en-IN" sz="3200" b="1" u="sng" dirty="0"/>
          </a:p>
        </p:txBody>
      </p:sp>
    </p:spTree>
    <p:extLst>
      <p:ext uri="{BB962C8B-B14F-4D97-AF65-F5344CB8AC3E}">
        <p14:creationId xmlns:p14="http://schemas.microsoft.com/office/powerpoint/2010/main" val="3572524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3525" y="610057"/>
            <a:ext cx="912939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2370" algn="l"/>
              </a:tabLst>
            </a:pPr>
            <a:r>
              <a:rPr sz="4400" spc="260" dirty="0">
                <a:latin typeface="Cambria"/>
                <a:cs typeface="Cambria"/>
              </a:rPr>
              <a:t>Overview</a:t>
            </a:r>
            <a:r>
              <a:rPr sz="4400" spc="220" dirty="0">
                <a:latin typeface="Cambria"/>
                <a:cs typeface="Cambria"/>
              </a:rPr>
              <a:t> </a:t>
            </a:r>
            <a:r>
              <a:rPr sz="4400" spc="645" dirty="0">
                <a:latin typeface="Cambria"/>
                <a:cs typeface="Cambria"/>
              </a:rPr>
              <a:t>Of</a:t>
            </a:r>
            <a:r>
              <a:rPr sz="4400" dirty="0">
                <a:latin typeface="Cambria"/>
                <a:cs typeface="Cambria"/>
              </a:rPr>
              <a:t>	</a:t>
            </a:r>
            <a:r>
              <a:rPr sz="4400" spc="380" dirty="0">
                <a:latin typeface="Cambria"/>
                <a:cs typeface="Cambria"/>
              </a:rPr>
              <a:t>Amazon</a:t>
            </a:r>
            <a:r>
              <a:rPr sz="4400" spc="204" dirty="0">
                <a:latin typeface="Cambria"/>
                <a:cs typeface="Cambria"/>
              </a:rPr>
              <a:t> </a:t>
            </a:r>
            <a:r>
              <a:rPr sz="4400" spc="390" dirty="0">
                <a:latin typeface="Cambria"/>
                <a:cs typeface="Cambria"/>
              </a:rPr>
              <a:t>Sales</a:t>
            </a:r>
            <a:r>
              <a:rPr sz="4400" spc="150" dirty="0">
                <a:latin typeface="Cambria"/>
                <a:cs typeface="Cambria"/>
              </a:rPr>
              <a:t> </a:t>
            </a:r>
            <a:r>
              <a:rPr sz="4400" spc="525" dirty="0">
                <a:latin typeface="Cambria"/>
                <a:cs typeface="Cambria"/>
              </a:rPr>
              <a:t>Data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0029" marR="7620" indent="-227329" algn="just">
              <a:lnSpc>
                <a:spcPct val="9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415" dirty="0"/>
              <a:t> </a:t>
            </a:r>
            <a:r>
              <a:rPr dirty="0"/>
              <a:t>data</a:t>
            </a:r>
            <a:r>
              <a:rPr spc="415" dirty="0"/>
              <a:t> </a:t>
            </a:r>
            <a:r>
              <a:rPr dirty="0"/>
              <a:t>consists</a:t>
            </a:r>
            <a:r>
              <a:rPr spc="405" dirty="0"/>
              <a:t> </a:t>
            </a:r>
            <a:r>
              <a:rPr dirty="0"/>
              <a:t>of</a:t>
            </a:r>
            <a:r>
              <a:rPr spc="395" dirty="0"/>
              <a:t> </a:t>
            </a:r>
            <a:r>
              <a:rPr dirty="0"/>
              <a:t>sales</a:t>
            </a:r>
            <a:r>
              <a:rPr spc="430" dirty="0"/>
              <a:t> </a:t>
            </a:r>
            <a:r>
              <a:rPr dirty="0"/>
              <a:t>record</a:t>
            </a:r>
            <a:r>
              <a:rPr spc="430" dirty="0"/>
              <a:t> </a:t>
            </a:r>
            <a:r>
              <a:rPr dirty="0"/>
              <a:t>of</a:t>
            </a:r>
            <a:r>
              <a:rPr spc="390" dirty="0"/>
              <a:t> </a:t>
            </a:r>
            <a:r>
              <a:rPr dirty="0"/>
              <a:t>three</a:t>
            </a:r>
            <a:r>
              <a:rPr spc="415" dirty="0"/>
              <a:t> </a:t>
            </a:r>
            <a:r>
              <a:rPr dirty="0"/>
              <a:t>cities/branch</a:t>
            </a:r>
            <a:r>
              <a:rPr spc="440" dirty="0"/>
              <a:t> </a:t>
            </a:r>
            <a:r>
              <a:rPr dirty="0"/>
              <a:t>in</a:t>
            </a:r>
            <a:r>
              <a:rPr spc="425" dirty="0"/>
              <a:t> </a:t>
            </a:r>
            <a:r>
              <a:rPr spc="-10" dirty="0"/>
              <a:t>Myanmar 	</a:t>
            </a:r>
            <a:r>
              <a:rPr dirty="0"/>
              <a:t>which</a:t>
            </a:r>
            <a:r>
              <a:rPr spc="484" dirty="0"/>
              <a:t> </a:t>
            </a:r>
            <a:r>
              <a:rPr dirty="0"/>
              <a:t>are</a:t>
            </a:r>
            <a:r>
              <a:rPr spc="505" dirty="0"/>
              <a:t> </a:t>
            </a:r>
            <a:r>
              <a:rPr dirty="0"/>
              <a:t>Naypyitaw,</a:t>
            </a:r>
            <a:r>
              <a:rPr spc="530" dirty="0"/>
              <a:t> </a:t>
            </a:r>
            <a:r>
              <a:rPr dirty="0"/>
              <a:t>Yangon,</a:t>
            </a:r>
            <a:r>
              <a:rPr spc="484" dirty="0"/>
              <a:t> </a:t>
            </a:r>
            <a:r>
              <a:rPr dirty="0"/>
              <a:t>Mandalay</a:t>
            </a:r>
            <a:r>
              <a:rPr spc="495" dirty="0"/>
              <a:t> </a:t>
            </a:r>
            <a:r>
              <a:rPr dirty="0"/>
              <a:t>which</a:t>
            </a:r>
            <a:r>
              <a:rPr spc="520" dirty="0"/>
              <a:t> </a:t>
            </a:r>
            <a:r>
              <a:rPr dirty="0"/>
              <a:t>took</a:t>
            </a:r>
            <a:r>
              <a:rPr spc="495" dirty="0"/>
              <a:t> </a:t>
            </a:r>
            <a:r>
              <a:rPr dirty="0"/>
              <a:t>place</a:t>
            </a:r>
            <a:r>
              <a:rPr spc="484" dirty="0"/>
              <a:t> </a:t>
            </a:r>
            <a:r>
              <a:rPr dirty="0"/>
              <a:t>in</a:t>
            </a:r>
            <a:r>
              <a:rPr spc="520" dirty="0"/>
              <a:t> </a:t>
            </a:r>
            <a:r>
              <a:rPr spc="-10" dirty="0"/>
              <a:t>first 	</a:t>
            </a:r>
            <a:r>
              <a:rPr dirty="0"/>
              <a:t>quarter</a:t>
            </a:r>
            <a:r>
              <a:rPr spc="-75" dirty="0"/>
              <a:t> </a:t>
            </a:r>
            <a:r>
              <a:rPr dirty="0"/>
              <a:t>of year</a:t>
            </a:r>
            <a:r>
              <a:rPr spc="25" dirty="0"/>
              <a:t> </a:t>
            </a:r>
            <a:r>
              <a:rPr dirty="0"/>
              <a:t>2019</a:t>
            </a:r>
            <a:r>
              <a:rPr spc="-65" dirty="0"/>
              <a:t> </a:t>
            </a:r>
            <a:r>
              <a:rPr dirty="0"/>
              <a:t>.</a:t>
            </a:r>
            <a:r>
              <a:rPr spc="-60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consists of</a:t>
            </a:r>
            <a:r>
              <a:rPr spc="-80" dirty="0"/>
              <a:t> </a:t>
            </a:r>
            <a:r>
              <a:rPr dirty="0"/>
              <a:t>1000</a:t>
            </a:r>
            <a:r>
              <a:rPr spc="-35" dirty="0"/>
              <a:t> </a:t>
            </a:r>
            <a:r>
              <a:rPr dirty="0"/>
              <a:t>rows</a:t>
            </a:r>
            <a:r>
              <a:rPr spc="-1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17</a:t>
            </a:r>
            <a:r>
              <a:rPr spc="-15" dirty="0"/>
              <a:t> </a:t>
            </a:r>
            <a:r>
              <a:rPr spc="-10" dirty="0"/>
              <a:t>columns.</a:t>
            </a: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•"/>
            </a:pPr>
            <a:endParaRPr spc="-10" dirty="0"/>
          </a:p>
          <a:p>
            <a:pPr marR="1905" algn="ctr">
              <a:lnSpc>
                <a:spcPct val="100000"/>
              </a:lnSpc>
              <a:spcBef>
                <a:spcPts val="5"/>
              </a:spcBef>
            </a:pPr>
            <a:r>
              <a:rPr sz="4400" spc="320" dirty="0">
                <a:latin typeface="Cambria"/>
                <a:cs typeface="Cambria"/>
              </a:rPr>
              <a:t>Objective</a:t>
            </a:r>
            <a:r>
              <a:rPr sz="4400" spc="185" dirty="0">
                <a:latin typeface="Cambria"/>
                <a:cs typeface="Cambria"/>
              </a:rPr>
              <a:t> </a:t>
            </a:r>
            <a:r>
              <a:rPr sz="4400" spc="200" dirty="0">
                <a:latin typeface="Cambria"/>
                <a:cs typeface="Cambria"/>
              </a:rPr>
              <a:t>of</a:t>
            </a:r>
            <a:r>
              <a:rPr sz="4400" spc="160" dirty="0">
                <a:latin typeface="Cambria"/>
                <a:cs typeface="Cambria"/>
              </a:rPr>
              <a:t> </a:t>
            </a:r>
            <a:r>
              <a:rPr sz="4400" spc="360" dirty="0">
                <a:latin typeface="Cambria"/>
                <a:cs typeface="Cambria"/>
              </a:rPr>
              <a:t>Project</a:t>
            </a:r>
            <a:endParaRPr sz="4400">
              <a:latin typeface="Cambria"/>
              <a:cs typeface="Cambria"/>
            </a:endParaRPr>
          </a:p>
          <a:p>
            <a:pPr marL="240029" marR="5080" indent="-227329" algn="just">
              <a:lnSpc>
                <a:spcPct val="90000"/>
              </a:lnSpc>
              <a:spcBef>
                <a:spcPts val="43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rgbClr val="002146"/>
                </a:solidFill>
              </a:rPr>
              <a:t>The</a:t>
            </a:r>
            <a:r>
              <a:rPr spc="265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major</a:t>
            </a:r>
            <a:r>
              <a:rPr spc="26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aim</a:t>
            </a:r>
            <a:r>
              <a:rPr spc="215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of</a:t>
            </a:r>
            <a:r>
              <a:rPr spc="254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this</a:t>
            </a:r>
            <a:r>
              <a:rPr spc="25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project</a:t>
            </a:r>
            <a:r>
              <a:rPr spc="254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is</a:t>
            </a:r>
            <a:r>
              <a:rPr spc="25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to</a:t>
            </a:r>
            <a:r>
              <a:rPr spc="27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gain</a:t>
            </a:r>
            <a:r>
              <a:rPr spc="25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insight</a:t>
            </a:r>
            <a:r>
              <a:rPr spc="25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into</a:t>
            </a:r>
            <a:r>
              <a:rPr spc="245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the</a:t>
            </a:r>
            <a:r>
              <a:rPr spc="24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sales</a:t>
            </a:r>
            <a:r>
              <a:rPr spc="25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data</a:t>
            </a:r>
            <a:r>
              <a:rPr spc="250" dirty="0">
                <a:solidFill>
                  <a:srgbClr val="002146"/>
                </a:solidFill>
              </a:rPr>
              <a:t> </a:t>
            </a:r>
            <a:r>
              <a:rPr spc="-25" dirty="0">
                <a:solidFill>
                  <a:srgbClr val="002146"/>
                </a:solidFill>
              </a:rPr>
              <a:t>of 	</a:t>
            </a:r>
            <a:r>
              <a:rPr dirty="0">
                <a:solidFill>
                  <a:srgbClr val="002146"/>
                </a:solidFill>
              </a:rPr>
              <a:t>Amazon</a:t>
            </a:r>
            <a:r>
              <a:rPr spc="59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to</a:t>
            </a:r>
            <a:r>
              <a:rPr spc="585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understand</a:t>
            </a:r>
            <a:r>
              <a:rPr spc="58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the</a:t>
            </a:r>
            <a:r>
              <a:rPr spc="575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different</a:t>
            </a:r>
            <a:r>
              <a:rPr spc="595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factors</a:t>
            </a:r>
            <a:r>
              <a:rPr spc="575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that</a:t>
            </a:r>
            <a:r>
              <a:rPr spc="59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affect</a:t>
            </a:r>
            <a:r>
              <a:rPr spc="59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sales</a:t>
            </a:r>
            <a:r>
              <a:rPr spc="56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of</a:t>
            </a:r>
            <a:r>
              <a:rPr spc="580" dirty="0">
                <a:solidFill>
                  <a:srgbClr val="002146"/>
                </a:solidFill>
              </a:rPr>
              <a:t> </a:t>
            </a:r>
            <a:r>
              <a:rPr spc="-25" dirty="0">
                <a:solidFill>
                  <a:srgbClr val="002146"/>
                </a:solidFill>
              </a:rPr>
              <a:t>the 	</a:t>
            </a:r>
            <a:r>
              <a:rPr dirty="0">
                <a:solidFill>
                  <a:srgbClr val="002146"/>
                </a:solidFill>
              </a:rPr>
              <a:t>different</a:t>
            </a:r>
            <a:r>
              <a:rPr spc="-45" dirty="0">
                <a:solidFill>
                  <a:srgbClr val="002146"/>
                </a:solidFill>
              </a:rPr>
              <a:t> </a:t>
            </a:r>
            <a:r>
              <a:rPr spc="-10" dirty="0">
                <a:solidFill>
                  <a:srgbClr val="002146"/>
                </a:solidFill>
              </a:rPr>
              <a:t>branches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7138" y="17729"/>
            <a:ext cx="769810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280" dirty="0">
                <a:latin typeface="Cambria"/>
                <a:cs typeface="Cambria"/>
              </a:rPr>
              <a:t>Preview</a:t>
            </a:r>
            <a:r>
              <a:rPr sz="4000" spc="75" dirty="0">
                <a:latin typeface="Cambria"/>
                <a:cs typeface="Cambria"/>
              </a:rPr>
              <a:t> </a:t>
            </a:r>
            <a:r>
              <a:rPr sz="4000" spc="180" dirty="0">
                <a:latin typeface="Cambria"/>
                <a:cs typeface="Cambria"/>
              </a:rPr>
              <a:t>of</a:t>
            </a:r>
            <a:r>
              <a:rPr sz="4000" spc="105" dirty="0">
                <a:latin typeface="Cambria"/>
                <a:cs typeface="Cambria"/>
              </a:rPr>
              <a:t> </a:t>
            </a:r>
            <a:r>
              <a:rPr sz="4000" spc="370" dirty="0">
                <a:latin typeface="Cambria"/>
                <a:cs typeface="Cambria"/>
              </a:rPr>
              <a:t>Amazon</a:t>
            </a:r>
            <a:r>
              <a:rPr sz="4000" spc="90" dirty="0">
                <a:latin typeface="Cambria"/>
                <a:cs typeface="Cambria"/>
              </a:rPr>
              <a:t> </a:t>
            </a:r>
            <a:r>
              <a:rPr sz="4000" spc="355" dirty="0">
                <a:latin typeface="Cambria"/>
                <a:cs typeface="Cambria"/>
              </a:rPr>
              <a:t>Sales</a:t>
            </a:r>
            <a:r>
              <a:rPr sz="4000" spc="95" dirty="0">
                <a:latin typeface="Cambria"/>
                <a:cs typeface="Cambria"/>
              </a:rPr>
              <a:t> </a:t>
            </a:r>
            <a:r>
              <a:rPr sz="4000" spc="484" dirty="0">
                <a:latin typeface="Cambria"/>
                <a:cs typeface="Cambria"/>
              </a:rPr>
              <a:t>Data</a:t>
            </a:r>
            <a:endParaRPr sz="40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146" y="716026"/>
          <a:ext cx="10350499" cy="6067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6185"/>
                <a:gridCol w="5414010"/>
                <a:gridCol w="2440304"/>
              </a:tblGrid>
              <a:tr h="2895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Column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3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Type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Invoice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Id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Invoice</a:t>
                      </a:r>
                      <a:r>
                        <a:rPr sz="13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sales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made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Varchar(30)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Branch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Branch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sales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made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Varchar(5)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City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location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branch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Varchar(30)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13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customer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Varchar(30)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Gender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Gender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making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purchase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Varchar(10)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Line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line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sold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Varchar(100)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Unit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Price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price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product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Decimal(10,2)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Quantity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amount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sold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VAT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amount of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tax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purchase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Float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Total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purchase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Decimal(10,2)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Date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purchase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made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Date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purchase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made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Payment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amount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paid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Varchar(15)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Cogs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Goods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sold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Decimal(10,2)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Gross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Margin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Percentage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Gross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margin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percentage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Float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Gross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Income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Gross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Income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Decimal(10,2)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Rating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Rating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Decimal(3,1)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3066" y="301193"/>
            <a:ext cx="732726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330" dirty="0">
                <a:latin typeface="Cambria"/>
                <a:cs typeface="Cambria"/>
              </a:rPr>
              <a:t>Exploratory</a:t>
            </a:r>
            <a:r>
              <a:rPr sz="4400" spc="185" dirty="0">
                <a:latin typeface="Cambria"/>
                <a:cs typeface="Cambria"/>
              </a:rPr>
              <a:t> </a:t>
            </a:r>
            <a:r>
              <a:rPr sz="4400" spc="545" dirty="0">
                <a:latin typeface="Cambria"/>
                <a:cs typeface="Cambria"/>
              </a:rPr>
              <a:t>Data</a:t>
            </a:r>
            <a:r>
              <a:rPr sz="4400" spc="165" dirty="0">
                <a:latin typeface="Cambria"/>
                <a:cs typeface="Cambria"/>
              </a:rPr>
              <a:t> </a:t>
            </a:r>
            <a:r>
              <a:rPr sz="4400" spc="260" dirty="0">
                <a:latin typeface="Cambria"/>
                <a:cs typeface="Cambria"/>
              </a:rPr>
              <a:t>Analysis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8821" y="1054430"/>
            <a:ext cx="949261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[1]: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named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Amazon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Sales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correct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column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names,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datatypes,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constraints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copying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demo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table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Amazon.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026" name="Picture 2" descr="C:\Users\sachi\Downloads\OneDrive\Pictures\Screenshots 1\Screenshot 2025-12-10 11374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882469"/>
            <a:ext cx="7543800" cy="475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4800"/>
            <a:ext cx="10253980" cy="677108"/>
          </a:xfrm>
        </p:spPr>
        <p:txBody>
          <a:bodyPr/>
          <a:lstStyle/>
          <a:p>
            <a:pPr algn="ctr"/>
            <a:r>
              <a:rPr lang="en-US" sz="4400" dirty="0" smtClean="0"/>
              <a:t>Business Problem</a:t>
            </a:r>
            <a:endParaRPr lang="en-IN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00200"/>
            <a:ext cx="10365105" cy="4801314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What </a:t>
            </a:r>
            <a:r>
              <a:rPr lang="en-US" sz="2400" dirty="0"/>
              <a:t>is the count of distinct cities in the dataset?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each </a:t>
            </a:r>
            <a:r>
              <a:rPr lang="en-US" sz="2400" dirty="0"/>
              <a:t>branch, what is the corresponding </a:t>
            </a:r>
            <a:r>
              <a:rPr lang="en-US" sz="2400" dirty="0" smtClean="0"/>
              <a:t>city?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What is the count of distinct product lines in the dataset?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Which </a:t>
            </a:r>
            <a:r>
              <a:rPr lang="en-US" sz="2400" dirty="0"/>
              <a:t>payment method occur most frequently?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Which </a:t>
            </a:r>
            <a:r>
              <a:rPr lang="en-US" sz="2400" dirty="0"/>
              <a:t>product lines has the highest sales?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How </a:t>
            </a:r>
            <a:r>
              <a:rPr lang="en-US" sz="2400" dirty="0"/>
              <a:t>much revenue is generated each month?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Which </a:t>
            </a:r>
            <a:r>
              <a:rPr lang="en-US" sz="2400" dirty="0"/>
              <a:t>product line generated the highest revenue?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In </a:t>
            </a:r>
            <a:r>
              <a:rPr lang="en-US" sz="2400" dirty="0"/>
              <a:t>which city was the highest revenue recorded?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Which </a:t>
            </a:r>
            <a:r>
              <a:rPr lang="en-US" sz="2400" dirty="0"/>
              <a:t>product line incurred the highest Value Added </a:t>
            </a:r>
            <a:r>
              <a:rPr lang="en-US" sz="2400" dirty="0" smtClean="0"/>
              <a:t>Tax?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For each product line, add a column indicating "Good" if its sales are above average, otherwise "Bad."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Identify </a:t>
            </a:r>
            <a:r>
              <a:rPr lang="en-US" sz="2400" dirty="0"/>
              <a:t>the branch that exceeded the average number of products sold.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09473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371600"/>
            <a:ext cx="10365105" cy="4555093"/>
          </a:xfrm>
        </p:spPr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Which </a:t>
            </a:r>
            <a:r>
              <a:rPr lang="en-US" sz="2400" dirty="0"/>
              <a:t>product line is most frequently associated with each gender?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Calculate </a:t>
            </a:r>
            <a:r>
              <a:rPr lang="en-US" sz="2400" dirty="0"/>
              <a:t>the average rating for each product line.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Count </a:t>
            </a:r>
            <a:r>
              <a:rPr lang="en-US" sz="2400" dirty="0"/>
              <a:t>the sales occurrences for each time of day on every weekday.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Identify </a:t>
            </a:r>
            <a:r>
              <a:rPr lang="en-US" sz="2400" dirty="0"/>
              <a:t>the customer type contributing the highest revenue.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Determine </a:t>
            </a:r>
            <a:r>
              <a:rPr lang="en-US" sz="2400" dirty="0"/>
              <a:t>the city with the highest VAT percentage.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Identify </a:t>
            </a:r>
            <a:r>
              <a:rPr lang="en-US" sz="2400" dirty="0"/>
              <a:t>the customer type with the highest VAT payments.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What </a:t>
            </a:r>
            <a:r>
              <a:rPr lang="en-US" sz="2400" dirty="0"/>
              <a:t>is the count of distinct customer types in the dataset?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What </a:t>
            </a:r>
            <a:r>
              <a:rPr lang="en-US" sz="2400" dirty="0"/>
              <a:t>is the count of distinct payment methods in the dataset?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Which </a:t>
            </a:r>
            <a:r>
              <a:rPr lang="en-US" sz="2400" dirty="0"/>
              <a:t>customer type occurs most frequently?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Identify </a:t>
            </a:r>
            <a:r>
              <a:rPr lang="en-US" sz="2400" dirty="0"/>
              <a:t>the time of day when customers provide the most ratings.</a:t>
            </a:r>
          </a:p>
          <a:p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19312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52290" y="92201"/>
            <a:ext cx="371538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475" dirty="0">
                <a:latin typeface="Cambria"/>
                <a:cs typeface="Cambria"/>
              </a:rPr>
              <a:t>Key</a:t>
            </a:r>
            <a:r>
              <a:rPr sz="4400" spc="140" dirty="0">
                <a:latin typeface="Cambria"/>
                <a:cs typeface="Cambria"/>
              </a:rPr>
              <a:t> </a:t>
            </a:r>
            <a:r>
              <a:rPr sz="4400" spc="360" dirty="0">
                <a:latin typeface="Cambria"/>
                <a:cs typeface="Cambria"/>
              </a:rPr>
              <a:t>Findings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2994" y="883792"/>
            <a:ext cx="8926830" cy="54870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400" spc="225" dirty="0">
                <a:latin typeface="Cambria"/>
                <a:cs typeface="Cambria"/>
              </a:rPr>
              <a:t>Product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Analysis:</a:t>
            </a:r>
            <a:endParaRPr sz="24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Electronic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Accessories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(Units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Sold:971)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Line: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Food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Beverages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($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56144.96)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Lowest Sales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Line: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Health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Beauty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(Unit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Sold: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854)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Lowest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Line: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Health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Beauty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($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49193.84)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5"/>
              </a:spcBef>
              <a:buFont typeface="Arial MT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210" dirty="0">
                <a:latin typeface="Cambria"/>
                <a:cs typeface="Cambria"/>
              </a:rPr>
              <a:t>Sales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Analysis:</a:t>
            </a:r>
            <a:endParaRPr sz="24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Month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January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($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116292.11)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City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Branch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Naypyitaw[C]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($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110568.86)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Month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Lowest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February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($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97219.58)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City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Branch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Lowest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Mandalay[B]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($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106198.00)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Peak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Sales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Day: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Afternoon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Peak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Week: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Saturday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2994" y="341310"/>
            <a:ext cx="8867775" cy="461200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400" spc="210" dirty="0">
                <a:latin typeface="Cambria"/>
                <a:cs typeface="Cambria"/>
              </a:rPr>
              <a:t>Customer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Analysis:</a:t>
            </a:r>
            <a:endParaRPr sz="24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Predominant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Gender: </a:t>
            </a:r>
            <a:r>
              <a:rPr sz="2400" b="1" spc="-10" dirty="0">
                <a:latin typeface="Times New Roman"/>
                <a:cs typeface="Times New Roman"/>
              </a:rPr>
              <a:t>Female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Predominant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Type: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Member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Gender: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Female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($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167883.26)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Type: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Member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($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164223.81)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Popular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(Male):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Health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Beauty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Popular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(Female):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Fashion</a:t>
            </a:r>
            <a:r>
              <a:rPr sz="2400" b="1" spc="-1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Accessories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Distribution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Gender: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Male(240)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Female(261)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Sales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Male: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2641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units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Sales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Female: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2869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units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607</Words>
  <Application>Microsoft Office PowerPoint</Application>
  <PresentationFormat>Custom</PresentationFormat>
  <Paragraphs>111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AMAZON :- SALES ANALYSIS</vt:lpstr>
      <vt:lpstr>Overview Of Amazon Sales Data</vt:lpstr>
      <vt:lpstr>Preview of Amazon Sales Data</vt:lpstr>
      <vt:lpstr>Exploratory Data Analysis</vt:lpstr>
      <vt:lpstr>Business Problem</vt:lpstr>
      <vt:lpstr>PowerPoint Presentation</vt:lpstr>
      <vt:lpstr>Key Findings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sachin sen</dc:creator>
  <cp:lastModifiedBy>sachin sen</cp:lastModifiedBy>
  <cp:revision>3</cp:revision>
  <dcterms:created xsi:type="dcterms:W3CDTF">2025-12-10T06:03:02Z</dcterms:created>
  <dcterms:modified xsi:type="dcterms:W3CDTF">2025-12-10T06:36:24Z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2025-12-10T00:00:00Z</vt:filetime>
  </property>
  <property fmtid="{D5CDD505-2E9C-101B-9397-08002B2CF9AE}" pid="5" name="Producer">
    <vt:lpwstr>www.ilovepdf.com</vt:lpwstr>
  </property>
</Properties>
</file>